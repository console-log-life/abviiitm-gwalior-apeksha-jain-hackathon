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you will see is either measured by a script in the repository or clearly labelled as simulated or synthetic. The problem: risk-relevant events surface in text first, and nothing connects them to the portfolio until someone reads and calculates. Our answer: an NLP risk engine plus an event-driven stress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decision support, not trading signals. Users: risk managers, credit analysts, portfolio managers. We make no ROI or time-saved claim; the only speed number is the measured per-document latency of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are only claimed after our probe script passed on this machine. Adapters never crash the app: timeouts, bounded retries and backoff, with health shown in the dashboard. The stress engine is just a subscriber on the event bus. The whole demo runs offline after a one-time model download.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formula with the example on the right: event severity and strong negative sentiment dominate, the signal is market-wide, and two independent sources corroborate it. The weights are expert priors, published at /methodology; calibration against market reactions is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disclaimer aloud. In the demo the Tata Motors downgrade triggers an issuer-only stress; our CDS hedge offsets much of it. The invasion headline triggers a moderate systemic stress; a second independent source escalates it to severe, above our 2% risk appetite.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caveat plainly: the evaluation labels were drafted by an AI assistant and are pending human review, and the same assistant wrote the rules, so those numbers are a smoke test. Replaying 911 real captured documents, our false-trigger fixes cut simulated stress runs from 84 to 50 and removed every run triggered by social posts alone. The watchlist is the credit analyst's view: every held issuer gets a rules-based status from its recent signals; it is an attention flag, not a 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takeaway and invite the judges to type their own headline into the dashboard. If asked about weaknesses, the limitations column is the honest list; docs/judge_qa.md has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F2A44"/>
                </a:solidFill>
                <a:latin typeface="Calibri"/>
              </a:rPr>
              <a:t>Risk Signal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0E8A84"/>
                </a:solidFill>
                <a:latin typeface="Calibri"/>
              </a:rPr>
              <a:t>From breaking news and social posts to a portfolio stress test, automatically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2A44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Downgrades, sanctions, probes and rate moves hit unstructured text first. Risk teams read them by hand, and the portfolio impact is worked out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7889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017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2A44"/>
                </a:solidFill>
                <a:latin typeface="Calibri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56616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An NLP engine scores every item for sentiment, event type and a transparent 1–10 impact, then triggers a stress test of a loans, bonds and derivatives book.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55B66"/>
                </a:solidFill>
                <a:latin typeface="Calibri"/>
              </a:rPr>
              <a:t>S&amp;P Global × CRISIL · Code to Connect Hackathon 2026 · Module B: Strategic Portfolio Stress Testing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2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Why it matters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Risk shows up in text before it shows up in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Credit analysts and risk teams monitor hundreds of issuers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Downgrades, probes and sanctions break as headlines and posts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Manual triage is slow, noisy and duplicated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Nothing links a headline to the book's exposure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Need: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early warning, materiality ranking, instant portfolio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555B66"/>
                </a:solidFill>
                <a:latin typeface="Calibri"/>
              </a:rPr>
              <a:t>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Headline breaks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1544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083296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Analyst reads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38360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40112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Manual stress run, 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749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8A84"/>
                </a:solidFill>
                <a:latin typeface="Calibri"/>
              </a:rPr>
              <a:t>With the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Headline ingested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81544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83296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Scored + explained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38360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40112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Stress test triggered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760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Measured pipeline latency: median 204.7 ms per document (n = 200, CPU laptop)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9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Architecture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One NLP pipeline for live, replay, scripted demo and API input</a:t>
            </a:r>
          </a:p>
        </p:txBody>
      </p:sp>
      <p:sp>
        <p:nvSpPr>
          <p:cNvPr id="4" name="Arch0"/>
          <p:cNvSpPr/>
          <p:nvPr/>
        </p:nvSpPr>
        <p:spPr>
          <a:xfrm>
            <a:off x="548640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Google News, Reddit, Mastodon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31136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1"/>
          <p:cNvSpPr/>
          <p:nvPr/>
        </p:nvSpPr>
        <p:spPr>
          <a:xfrm>
            <a:off x="2459736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6896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Rate limits, retries, dedup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42232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2"/>
          <p:cNvSpPr/>
          <p:nvPr/>
        </p:nvSpPr>
        <p:spPr>
          <a:xfrm>
            <a:off x="4370832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NLP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Entities, FinBERT, events, impact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3328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h3"/>
          <p:cNvSpPr/>
          <p:nvPr/>
        </p:nvSpPr>
        <p:spPr>
          <a:xfrm>
            <a:off x="6281928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SQLite, bus, REST, SSE, JSONL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64424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h4"/>
          <p:cNvSpPr/>
          <p:nvPr/>
        </p:nvSpPr>
        <p:spPr>
          <a:xfrm>
            <a:off x="8193024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Stress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Module B triggers and pricers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0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rch5"/>
          <p:cNvSpPr/>
          <p:nvPr/>
        </p:nvSpPr>
        <p:spPr>
          <a:xfrm>
            <a:off x="10104120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12 sections and a watchlist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0916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libri"/>
              </a:rPr>
              <a:t>Every record carries its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66360"/>
            <a:ext cx="283464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6636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LIVE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fetched now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5166360"/>
            <a:ext cx="3886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0" y="5166360"/>
            <a:ext cx="3611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CACHED_REAL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real, captured earlier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5166360"/>
            <a:ext cx="4005072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166360"/>
            <a:ext cx="37307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SYNTHETIC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demo, user text, portfolio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3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NLP risk engine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Every score is explained, every weight is 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Entities: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cashtags → aliases → spaCy → guarded fuzzy → MARKET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Sentiment: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FinBERT, s = P(pos) − P(neg), lexicon fallback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Events: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11-class rules with evidence phrases; zero-shot tested, kept off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Explainability: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probabilities, evidence, factors, reason, business implication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Output: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RiskSignal JSON via REST, SSE stream, JSONL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4023360"/>
            <a:ext cx="60350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8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187952"/>
            <a:ext cx="55778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Impact = 1 + 9 × Q × (</a:t>
            </a:r>
            <a:r>
              <a:rPr sz="1900" b="1" i="0">
                <a:solidFill>
                  <a:srgbClr val="0E8A84"/>
                </a:solidFill>
                <a:latin typeface="Calibri"/>
              </a:rPr>
              <a:t>0.40·E + 0.25·M + 0.20·X + 0.15·R</a:t>
            </a:r>
            <a:r>
              <a:rPr sz="1900" b="1" i="0">
                <a:solidFill>
                  <a:srgbClr val="1F2A44"/>
                </a:solidFill>
                <a:latin typeface="Calibri"/>
              </a:rPr>
              <a:t>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E event severity · M sentiment magnitude · X exposure · R credibility + corroboration · Q confidence</a:t>
            </a:r>
          </a:p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Expert-set priors, not calibrated</a:t>
            </a:r>
          </a:p>
        </p:txBody>
      </p:sp>
      <p:pic>
        <p:nvPicPr>
          <p:cNvPr id="7" name="Picture 6" descr="explain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6035040" cy="1931213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23560" y="3366821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Dashboard explainability: factor contributions for a SYNTHETIC demo signal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0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Stress testing (Module B)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High-impact news triggers a stress test of the 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49 positions, $830m funded: loans, bonds, IRS, CDS hedges, FX, equity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Systemic: market-wide or corroborated, news-sourced, impact ≥ 7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Issuer: credit/regulatory/legal, held issuer, negative news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Cooldown and an audit trail for every run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4617720"/>
            <a:ext cx="256032" cy="256032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52628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CA30C"/>
                </a:solidFill>
                <a:latin typeface="Calibri"/>
              </a:rPr>
              <a:t>0.41% GREEN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Tata Motors downgrade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5166360"/>
            <a:ext cx="256032" cy="256032"/>
          </a:xfrm>
          <a:prstGeom prst="ellipse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07492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C98A00"/>
                </a:solidFill>
                <a:latin typeface="Calibri"/>
              </a:rPr>
              <a:t>1.32% AMBER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Invasion (1 source)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5715000"/>
            <a:ext cx="256032" cy="256032"/>
          </a:xfrm>
          <a:prstGeom prst="ellipse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D03B3B"/>
                </a:solidFill>
                <a:latin typeface="Calibri"/>
              </a:rPr>
              <a:t>2.45% RED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Corroborated (2 sources)</a:t>
            </a:r>
          </a:p>
        </p:txBody>
      </p:sp>
      <p:pic>
        <p:nvPicPr>
          <p:cNvPr id="11" name="Picture 10" descr="stress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508760"/>
            <a:ext cx="6492240" cy="2478855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66360" y="4079055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Before → after, corroborated geopolitical shock · Illustrative model, synthetic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4444815"/>
            <a:ext cx="6492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D03B3B"/>
                </a:solidFill>
                <a:latin typeface="Calibri"/>
              </a:rPr>
              <a:t>Simplified, illustrative hackathon stress model. Not a production or regulatory risk model.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Demo losses: simulated, illustrative model, synthetic portfolio · not investment advice</a:t>
            </a:r>
          </a:p>
        </p:txBody>
      </p:sp>
      <p:sp>
        <p:nvSpPr>
          <p:cNvPr id="1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Results and dashboard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Accuracy: preliminary (labels pending human review)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0.653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FinBERT · n = 147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0632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5224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5224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rules · n = 147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0.898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Entities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n = 147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4616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204.7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Median 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p95 1085.2 ms · n = 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6608" y="1417320"/>
            <a:ext cx="2103120" cy="14173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508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A44"/>
                </a:solidFill>
                <a:latin typeface="Calibri"/>
              </a:rPr>
              <a:t>84 → 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756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Stress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40487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replay after fixes · n = 911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898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Preliminary (labels pending human review): labels drafted by an AI assistant, which also wrote the event rules. Treat as a smoke test, not a benchmark.</a:t>
            </a:r>
          </a:p>
        </p:txBody>
      </p:sp>
      <p:pic>
        <p:nvPicPr>
          <p:cNvPr id="25" name="Picture 24" descr="home_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37560"/>
            <a:ext cx="6388701" cy="1987596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pic>
        <p:nvPicPr>
          <p:cNvPr id="26" name="Picture 25" descr="watch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941" y="3337560"/>
            <a:ext cx="4477110" cy="1987596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548640" y="5370876"/>
            <a:ext cx="63887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Executive overview after the SYNTHETIC demo 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5941" y="5370876"/>
            <a:ext cx="44771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Watchlist: Tata Motors WATCH-NEGATIVE after the downgrade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73663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alibri"/>
              </a:rPr>
              <a:t>Business impact: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earlier warning on held names, triage by materiality, an audited portfolio view.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31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What is new, what is not, what is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Provenance on every record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pipeline for live, replay and demo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Corroboration escalates severity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Trigger audit trail with the cause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2A44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Weights are uncalibrated priors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Keyword rules still misfire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Headline-only news text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Small AI-labelled eval set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Illustrative stress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6176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Kafka streaming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Calibrate impact on market moves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Licensed full-text news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Backtesting, full revaluation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094415" cy="109728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1036289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 honest, explainable bridge from text to portfolio risk that runs offline on a laptop.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